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B7B679-BE8E-469B-BE3B-C3784A0FD0E5}" v="64" dt="2025-11-22T16:24:24.6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 SARKAR" userId="4894c38c80230afa" providerId="LiveId" clId="{B760F074-0482-4BEF-B9F2-876F10A7F487}"/>
    <pc:docChg chg="undo custSel addSld delSld modSld sldOrd">
      <pc:chgData name="PRATIK SARKAR" userId="4894c38c80230afa" providerId="LiveId" clId="{B760F074-0482-4BEF-B9F2-876F10A7F487}" dt="2025-11-23T15:02:43.109" v="1190" actId="20577"/>
      <pc:docMkLst>
        <pc:docMk/>
      </pc:docMkLst>
      <pc:sldChg chg="modSp mod">
        <pc:chgData name="PRATIK SARKAR" userId="4894c38c80230afa" providerId="LiveId" clId="{B760F074-0482-4BEF-B9F2-876F10A7F487}" dt="2025-11-23T12:15:31.959" v="1168" actId="1076"/>
        <pc:sldMkLst>
          <pc:docMk/>
          <pc:sldMk cId="2817149700" sldId="256"/>
        </pc:sldMkLst>
        <pc:spChg chg="mod">
          <ac:chgData name="PRATIK SARKAR" userId="4894c38c80230afa" providerId="LiveId" clId="{B760F074-0482-4BEF-B9F2-876F10A7F487}" dt="2025-11-23T12:11:21.732" v="1158" actId="1076"/>
          <ac:spMkLst>
            <pc:docMk/>
            <pc:sldMk cId="2817149700" sldId="256"/>
            <ac:spMk id="2" creationId="{D62C5623-9D17-65F9-62D0-81D7AB2D0F0F}"/>
          </ac:spMkLst>
        </pc:spChg>
        <pc:spChg chg="mod">
          <ac:chgData name="PRATIK SARKAR" userId="4894c38c80230afa" providerId="LiveId" clId="{B760F074-0482-4BEF-B9F2-876F10A7F487}" dt="2025-11-22T16:09:32.346" v="879" actId="27636"/>
          <ac:spMkLst>
            <pc:docMk/>
            <pc:sldMk cId="2817149700" sldId="256"/>
            <ac:spMk id="6" creationId="{164C3767-5276-060A-31C2-F07623EF1E91}"/>
          </ac:spMkLst>
        </pc:spChg>
        <pc:spChg chg="mod">
          <ac:chgData name="PRATIK SARKAR" userId="4894c38c80230afa" providerId="LiveId" clId="{B760F074-0482-4BEF-B9F2-876F10A7F487}" dt="2025-11-23T12:11:28.830" v="1159" actId="1076"/>
          <ac:spMkLst>
            <pc:docMk/>
            <pc:sldMk cId="2817149700" sldId="256"/>
            <ac:spMk id="12" creationId="{255FF758-FD73-0E73-C195-296C21F448F4}"/>
          </ac:spMkLst>
        </pc:spChg>
        <pc:spChg chg="mod">
          <ac:chgData name="PRATIK SARKAR" userId="4894c38c80230afa" providerId="LiveId" clId="{B760F074-0482-4BEF-B9F2-876F10A7F487}" dt="2025-11-23T12:11:37.534" v="1160" actId="1076"/>
          <ac:spMkLst>
            <pc:docMk/>
            <pc:sldMk cId="2817149700" sldId="256"/>
            <ac:spMk id="13" creationId="{2C2E78AC-1C1E-F9F5-70B8-04F724840CB2}"/>
          </ac:spMkLst>
        </pc:spChg>
        <pc:picChg chg="mod">
          <ac:chgData name="PRATIK SARKAR" userId="4894c38c80230afa" providerId="LiveId" clId="{B760F074-0482-4BEF-B9F2-876F10A7F487}" dt="2025-11-23T12:15:31.959" v="1168" actId="1076"/>
          <ac:picMkLst>
            <pc:docMk/>
            <pc:sldMk cId="2817149700" sldId="256"/>
            <ac:picMk id="9" creationId="{ECD92BDC-209C-00D1-64CE-2173D212796C}"/>
          </ac:picMkLst>
        </pc:picChg>
        <pc:picChg chg="mod">
          <ac:chgData name="PRATIK SARKAR" userId="4894c38c80230afa" providerId="LiveId" clId="{B760F074-0482-4BEF-B9F2-876F10A7F487}" dt="2025-11-23T12:11:50.368" v="1162" actId="1076"/>
          <ac:picMkLst>
            <pc:docMk/>
            <pc:sldMk cId="2817149700" sldId="256"/>
            <ac:picMk id="16" creationId="{E9BC849A-E9FA-6D33-9689-BEDF5B186186}"/>
          </ac:picMkLst>
        </pc:picChg>
        <pc:picChg chg="mod">
          <ac:chgData name="PRATIK SARKAR" userId="4894c38c80230afa" providerId="LiveId" clId="{B760F074-0482-4BEF-B9F2-876F10A7F487}" dt="2025-11-23T12:05:13.175" v="1034" actId="1076"/>
          <ac:picMkLst>
            <pc:docMk/>
            <pc:sldMk cId="2817149700" sldId="256"/>
            <ac:picMk id="18" creationId="{DE1EBFE1-5F82-CB09-15CB-6639BB525DD2}"/>
          </ac:picMkLst>
        </pc:picChg>
      </pc:sldChg>
      <pc:sldChg chg="modSp mod">
        <pc:chgData name="PRATIK SARKAR" userId="4894c38c80230afa" providerId="LiveId" clId="{B760F074-0482-4BEF-B9F2-876F10A7F487}" dt="2025-11-23T12:11:11.166" v="1157" actId="27636"/>
        <pc:sldMkLst>
          <pc:docMk/>
          <pc:sldMk cId="2909103036" sldId="257"/>
        </pc:sldMkLst>
        <pc:spChg chg="mod">
          <ac:chgData name="PRATIK SARKAR" userId="4894c38c80230afa" providerId="LiveId" clId="{B760F074-0482-4BEF-B9F2-876F10A7F487}" dt="2025-11-22T16:17:22.475" v="927" actId="1076"/>
          <ac:spMkLst>
            <pc:docMk/>
            <pc:sldMk cId="2909103036" sldId="257"/>
            <ac:spMk id="4" creationId="{B75D5707-82ED-E79F-4660-DF7B4966AF95}"/>
          </ac:spMkLst>
        </pc:spChg>
        <pc:spChg chg="mod">
          <ac:chgData name="PRATIK SARKAR" userId="4894c38c80230afa" providerId="LiveId" clId="{B760F074-0482-4BEF-B9F2-876F10A7F487}" dt="2025-11-22T16:17:27.925" v="928" actId="1076"/>
          <ac:spMkLst>
            <pc:docMk/>
            <pc:sldMk cId="2909103036" sldId="257"/>
            <ac:spMk id="5" creationId="{1A62FB41-6AB3-5084-8C90-377ED15445EE}"/>
          </ac:spMkLst>
        </pc:spChg>
        <pc:spChg chg="mod">
          <ac:chgData name="PRATIK SARKAR" userId="4894c38c80230afa" providerId="LiveId" clId="{B760F074-0482-4BEF-B9F2-876F10A7F487}" dt="2025-11-23T12:11:11.166" v="1156" actId="27636"/>
          <ac:spMkLst>
            <pc:docMk/>
            <pc:sldMk cId="2909103036" sldId="257"/>
            <ac:spMk id="6" creationId="{77D4523D-5779-EEB1-2FD1-B65D860004AF}"/>
          </ac:spMkLst>
        </pc:spChg>
        <pc:spChg chg="mod">
          <ac:chgData name="PRATIK SARKAR" userId="4894c38c80230afa" providerId="LiveId" clId="{B760F074-0482-4BEF-B9F2-876F10A7F487}" dt="2025-11-22T16:17:50.334" v="930" actId="1076"/>
          <ac:spMkLst>
            <pc:docMk/>
            <pc:sldMk cId="2909103036" sldId="257"/>
            <ac:spMk id="7" creationId="{25FB73D5-814D-D722-CB6D-A26B3F3FA64C}"/>
          </ac:spMkLst>
        </pc:spChg>
        <pc:spChg chg="mod">
          <ac:chgData name="PRATIK SARKAR" userId="4894c38c80230afa" providerId="LiveId" clId="{B760F074-0482-4BEF-B9F2-876F10A7F487}" dt="2025-11-23T12:11:11.166" v="1157" actId="27636"/>
          <ac:spMkLst>
            <pc:docMk/>
            <pc:sldMk cId="2909103036" sldId="257"/>
            <ac:spMk id="8" creationId="{43DF3559-34D0-F15A-37EB-B002738E349F}"/>
          </ac:spMkLst>
        </pc:spChg>
      </pc:sldChg>
      <pc:sldChg chg="addSp modSp mod">
        <pc:chgData name="PRATIK SARKAR" userId="4894c38c80230afa" providerId="LiveId" clId="{B760F074-0482-4BEF-B9F2-876F10A7F487}" dt="2025-11-22T16:24:24.693" v="951"/>
        <pc:sldMkLst>
          <pc:docMk/>
          <pc:sldMk cId="627394777" sldId="258"/>
        </pc:sldMkLst>
        <pc:spChg chg="mod">
          <ac:chgData name="PRATIK SARKAR" userId="4894c38c80230afa" providerId="LiveId" clId="{B760F074-0482-4BEF-B9F2-876F10A7F487}" dt="2025-11-22T16:24:24.693" v="951"/>
          <ac:spMkLst>
            <pc:docMk/>
            <pc:sldMk cId="627394777" sldId="258"/>
            <ac:spMk id="2" creationId="{43AC4992-1059-DB1F-D174-D288563946DB}"/>
          </ac:spMkLst>
        </pc:spChg>
        <pc:spChg chg="mod">
          <ac:chgData name="PRATIK SARKAR" userId="4894c38c80230afa" providerId="LiveId" clId="{B760F074-0482-4BEF-B9F2-876F10A7F487}" dt="2025-11-22T16:24:24.693" v="951"/>
          <ac:spMkLst>
            <pc:docMk/>
            <pc:sldMk cId="627394777" sldId="258"/>
            <ac:spMk id="3" creationId="{F9543FE3-DC04-B604-6C35-9B51031EA05A}"/>
          </ac:spMkLst>
        </pc:spChg>
        <pc:picChg chg="add mod">
          <ac:chgData name="PRATIK SARKAR" userId="4894c38c80230afa" providerId="LiveId" clId="{B760F074-0482-4BEF-B9F2-876F10A7F487}" dt="2025-11-22T16:20:04.940" v="937" actId="1076"/>
          <ac:picMkLst>
            <pc:docMk/>
            <pc:sldMk cId="627394777" sldId="258"/>
            <ac:picMk id="5" creationId="{EF45922B-205C-EC74-5273-229D0186A9B7}"/>
          </ac:picMkLst>
        </pc:picChg>
      </pc:sldChg>
      <pc:sldChg chg="modSp mod">
        <pc:chgData name="PRATIK SARKAR" userId="4894c38c80230afa" providerId="LiveId" clId="{B760F074-0482-4BEF-B9F2-876F10A7F487}" dt="2025-11-23T12:16:23.839" v="1169" actId="14100"/>
        <pc:sldMkLst>
          <pc:docMk/>
          <pc:sldMk cId="1998301979" sldId="259"/>
        </pc:sldMkLst>
        <pc:spChg chg="mod">
          <ac:chgData name="PRATIK SARKAR" userId="4894c38c80230afa" providerId="LiveId" clId="{B760F074-0482-4BEF-B9F2-876F10A7F487}" dt="2025-11-22T16:11:20.609" v="897" actId="5793"/>
          <ac:spMkLst>
            <pc:docMk/>
            <pc:sldMk cId="1998301979" sldId="259"/>
            <ac:spMk id="10" creationId="{0B70A96D-BE7D-E70E-62BF-4569675121C6}"/>
          </ac:spMkLst>
        </pc:spChg>
        <pc:spChg chg="mod">
          <ac:chgData name="PRATIK SARKAR" userId="4894c38c80230afa" providerId="LiveId" clId="{B760F074-0482-4BEF-B9F2-876F10A7F487}" dt="2025-11-22T19:36:51.724" v="1029" actId="20577"/>
          <ac:spMkLst>
            <pc:docMk/>
            <pc:sldMk cId="1998301979" sldId="259"/>
            <ac:spMk id="16" creationId="{1A07D5B5-022A-4153-431D-A5A1E8BA08F0}"/>
          </ac:spMkLst>
        </pc:spChg>
        <pc:spChg chg="mod">
          <ac:chgData name="PRATIK SARKAR" userId="4894c38c80230afa" providerId="LiveId" clId="{B760F074-0482-4BEF-B9F2-876F10A7F487}" dt="2025-11-22T16:10:19.277" v="889" actId="1076"/>
          <ac:spMkLst>
            <pc:docMk/>
            <pc:sldMk cId="1998301979" sldId="259"/>
            <ac:spMk id="17" creationId="{BDD5F0A9-90C6-454C-7A56-AF88FE848505}"/>
          </ac:spMkLst>
        </pc:spChg>
        <pc:picChg chg="mod">
          <ac:chgData name="PRATIK SARKAR" userId="4894c38c80230afa" providerId="LiveId" clId="{B760F074-0482-4BEF-B9F2-876F10A7F487}" dt="2025-11-23T12:16:23.839" v="1169" actId="14100"/>
          <ac:picMkLst>
            <pc:docMk/>
            <pc:sldMk cId="1998301979" sldId="259"/>
            <ac:picMk id="6" creationId="{47127C59-3ECC-ED8C-4F17-ADF9AF10F866}"/>
          </ac:picMkLst>
        </pc:picChg>
        <pc:picChg chg="mod">
          <ac:chgData name="PRATIK SARKAR" userId="4894c38c80230afa" providerId="LiveId" clId="{B760F074-0482-4BEF-B9F2-876F10A7F487}" dt="2025-11-22T16:24:00.208" v="950" actId="1076"/>
          <ac:picMkLst>
            <pc:docMk/>
            <pc:sldMk cId="1998301979" sldId="259"/>
            <ac:picMk id="13" creationId="{A8C45522-7C43-2A9B-8C42-3913BD471AA8}"/>
          </ac:picMkLst>
        </pc:picChg>
      </pc:sldChg>
      <pc:sldChg chg="addSp delSp modSp mod">
        <pc:chgData name="PRATIK SARKAR" userId="4894c38c80230afa" providerId="LiveId" clId="{B760F074-0482-4BEF-B9F2-876F10A7F487}" dt="2025-11-23T12:12:35.448" v="1167" actId="14100"/>
        <pc:sldMkLst>
          <pc:docMk/>
          <pc:sldMk cId="2009207989" sldId="260"/>
        </pc:sldMkLst>
        <pc:spChg chg="mod">
          <ac:chgData name="PRATIK SARKAR" userId="4894c38c80230afa" providerId="LiveId" clId="{B760F074-0482-4BEF-B9F2-876F10A7F487}" dt="2025-11-22T16:18:24.074" v="932" actId="1076"/>
          <ac:spMkLst>
            <pc:docMk/>
            <pc:sldMk cId="2009207989" sldId="260"/>
            <ac:spMk id="2" creationId="{6A088FC4-8C14-2182-BE24-14188C252346}"/>
          </ac:spMkLst>
        </pc:spChg>
        <pc:spChg chg="mod">
          <ac:chgData name="PRATIK SARKAR" userId="4894c38c80230afa" providerId="LiveId" clId="{B760F074-0482-4BEF-B9F2-876F10A7F487}" dt="2025-11-23T12:12:35.448" v="1167" actId="14100"/>
          <ac:spMkLst>
            <pc:docMk/>
            <pc:sldMk cId="2009207989" sldId="260"/>
            <ac:spMk id="4" creationId="{97BC8367-DC77-55D3-D3A5-B00A60669FE3}"/>
          </ac:spMkLst>
        </pc:spChg>
        <pc:picChg chg="add mod">
          <ac:chgData name="PRATIK SARKAR" userId="4894c38c80230afa" providerId="LiveId" clId="{B760F074-0482-4BEF-B9F2-876F10A7F487}" dt="2025-11-21T15:32:28.836" v="14" actId="14100"/>
          <ac:picMkLst>
            <pc:docMk/>
            <pc:sldMk cId="2009207989" sldId="260"/>
            <ac:picMk id="11" creationId="{3426DE28-5FF9-5EBE-DF22-1C85D0DE5188}"/>
          </ac:picMkLst>
        </pc:picChg>
      </pc:sldChg>
      <pc:sldChg chg="addSp delSp modSp new mod">
        <pc:chgData name="PRATIK SARKAR" userId="4894c38c80230afa" providerId="LiveId" clId="{B760F074-0482-4BEF-B9F2-876F10A7F487}" dt="2025-11-22T16:24:24.693" v="951"/>
        <pc:sldMkLst>
          <pc:docMk/>
          <pc:sldMk cId="342340569" sldId="261"/>
        </pc:sldMkLst>
        <pc:spChg chg="mod">
          <ac:chgData name="PRATIK SARKAR" userId="4894c38c80230afa" providerId="LiveId" clId="{B760F074-0482-4BEF-B9F2-876F10A7F487}" dt="2025-11-22T16:24:24.693" v="951"/>
          <ac:spMkLst>
            <pc:docMk/>
            <pc:sldMk cId="342340569" sldId="261"/>
            <ac:spMk id="2" creationId="{04F7BF0A-3FF0-AEB7-DFEE-9E5750CFB757}"/>
          </ac:spMkLst>
        </pc:spChg>
        <pc:spChg chg="mod">
          <ac:chgData name="PRATIK SARKAR" userId="4894c38c80230afa" providerId="LiveId" clId="{B760F074-0482-4BEF-B9F2-876F10A7F487}" dt="2025-11-22T16:18:45.954" v="934" actId="1076"/>
          <ac:spMkLst>
            <pc:docMk/>
            <pc:sldMk cId="342340569" sldId="261"/>
            <ac:spMk id="3" creationId="{E687D5C4-2E5D-DB84-E535-F341BF81D0FF}"/>
          </ac:spMkLst>
        </pc:spChg>
        <pc:picChg chg="add mod">
          <ac:chgData name="PRATIK SARKAR" userId="4894c38c80230afa" providerId="LiveId" clId="{B760F074-0482-4BEF-B9F2-876F10A7F487}" dt="2025-11-22T16:18:50.949" v="935" actId="14100"/>
          <ac:picMkLst>
            <pc:docMk/>
            <pc:sldMk cId="342340569" sldId="261"/>
            <ac:picMk id="6" creationId="{B1D08C99-46AF-3232-D662-3C9343CF2401}"/>
          </ac:picMkLst>
        </pc:picChg>
      </pc:sldChg>
      <pc:sldChg chg="addSp delSp modSp new mod">
        <pc:chgData name="PRATIK SARKAR" userId="4894c38c80230afa" providerId="LiveId" clId="{B760F074-0482-4BEF-B9F2-876F10A7F487}" dt="2025-11-22T16:24:24.693" v="951"/>
        <pc:sldMkLst>
          <pc:docMk/>
          <pc:sldMk cId="1477207346" sldId="262"/>
        </pc:sldMkLst>
        <pc:spChg chg="mod">
          <ac:chgData name="PRATIK SARKAR" userId="4894c38c80230afa" providerId="LiveId" clId="{B760F074-0482-4BEF-B9F2-876F10A7F487}" dt="2025-11-22T16:24:24.693" v="951"/>
          <ac:spMkLst>
            <pc:docMk/>
            <pc:sldMk cId="1477207346" sldId="262"/>
            <ac:spMk id="2" creationId="{98F0FFF1-D733-B1DE-8E81-9A655C56A07B}"/>
          </ac:spMkLst>
        </pc:spChg>
        <pc:graphicFrameChg chg="add mod modGraphic">
          <ac:chgData name="PRATIK SARKAR" userId="4894c38c80230afa" providerId="LiveId" clId="{B760F074-0482-4BEF-B9F2-876F10A7F487}" dt="2025-11-21T16:34:13.778" v="402" actId="14100"/>
          <ac:graphicFrameMkLst>
            <pc:docMk/>
            <pc:sldMk cId="1477207346" sldId="262"/>
            <ac:graphicFrameMk id="3" creationId="{07D659FE-E830-877D-EBA7-FF30635A27FD}"/>
          </ac:graphicFrameMkLst>
        </pc:graphicFrameChg>
        <pc:picChg chg="add mod">
          <ac:chgData name="PRATIK SARKAR" userId="4894c38c80230afa" providerId="LiveId" clId="{B760F074-0482-4BEF-B9F2-876F10A7F487}" dt="2025-11-22T16:21:15.195" v="938" actId="14100"/>
          <ac:picMkLst>
            <pc:docMk/>
            <pc:sldMk cId="1477207346" sldId="262"/>
            <ac:picMk id="8" creationId="{71FB7902-18CE-263C-CCDE-36E561240A55}"/>
          </ac:picMkLst>
        </pc:picChg>
        <pc:inkChg chg="add">
          <ac:chgData name="PRATIK SARKAR" userId="4894c38c80230afa" providerId="LiveId" clId="{B760F074-0482-4BEF-B9F2-876F10A7F487}" dt="2025-11-21T16:33:38.620" v="394" actId="9405"/>
          <ac:inkMkLst>
            <pc:docMk/>
            <pc:sldMk cId="1477207346" sldId="262"/>
            <ac:inkMk id="6" creationId="{EA7BDAAB-F224-C14D-0EA4-71D63AD8B091}"/>
          </ac:inkMkLst>
        </pc:inkChg>
      </pc:sldChg>
      <pc:sldChg chg="addSp modSp new mod modClrScheme chgLayout">
        <pc:chgData name="PRATIK SARKAR" userId="4894c38c80230afa" providerId="LiveId" clId="{B760F074-0482-4BEF-B9F2-876F10A7F487}" dt="2025-11-22T16:13:17.577" v="905" actId="1076"/>
        <pc:sldMkLst>
          <pc:docMk/>
          <pc:sldMk cId="2863204689" sldId="263"/>
        </pc:sldMkLst>
        <pc:spChg chg="add mod">
          <ac:chgData name="PRATIK SARKAR" userId="4894c38c80230afa" providerId="LiveId" clId="{B760F074-0482-4BEF-B9F2-876F10A7F487}" dt="2025-11-22T16:09:32.515" v="886" actId="27636"/>
          <ac:spMkLst>
            <pc:docMk/>
            <pc:sldMk cId="2863204689" sldId="263"/>
            <ac:spMk id="2" creationId="{38CB6A7B-2FB9-792C-51E7-9D61FE1DF1AE}"/>
          </ac:spMkLst>
        </pc:spChg>
        <pc:spChg chg="add mod">
          <ac:chgData name="PRATIK SARKAR" userId="4894c38c80230afa" providerId="LiveId" clId="{B760F074-0482-4BEF-B9F2-876F10A7F487}" dt="2025-11-22T16:13:17.577" v="905" actId="1076"/>
          <ac:spMkLst>
            <pc:docMk/>
            <pc:sldMk cId="2863204689" sldId="263"/>
            <ac:spMk id="3" creationId="{3E0EBB39-FC31-5081-994C-730741A4B734}"/>
          </ac:spMkLst>
        </pc:spChg>
      </pc:sldChg>
      <pc:sldChg chg="addSp delSp modSp new mod">
        <pc:chgData name="PRATIK SARKAR" userId="4894c38c80230afa" providerId="LiveId" clId="{B760F074-0482-4BEF-B9F2-876F10A7F487}" dt="2025-11-22T19:35:45.482" v="1017" actId="1076"/>
        <pc:sldMkLst>
          <pc:docMk/>
          <pc:sldMk cId="2573656220" sldId="264"/>
        </pc:sldMkLst>
        <pc:spChg chg="mod">
          <ac:chgData name="PRATIK SARKAR" userId="4894c38c80230afa" providerId="LiveId" clId="{B760F074-0482-4BEF-B9F2-876F10A7F487}" dt="2025-11-22T19:35:30.177" v="1015" actId="1076"/>
          <ac:spMkLst>
            <pc:docMk/>
            <pc:sldMk cId="2573656220" sldId="264"/>
            <ac:spMk id="2" creationId="{D49519E1-08AD-D564-397E-666098236379}"/>
          </ac:spMkLst>
        </pc:spChg>
        <pc:graphicFrameChg chg="add mod modGraphic">
          <ac:chgData name="PRATIK SARKAR" userId="4894c38c80230afa" providerId="LiveId" clId="{B760F074-0482-4BEF-B9F2-876F10A7F487}" dt="2025-11-22T19:35:45.482" v="1017" actId="1076"/>
          <ac:graphicFrameMkLst>
            <pc:docMk/>
            <pc:sldMk cId="2573656220" sldId="264"/>
            <ac:graphicFrameMk id="7" creationId="{61091AC2-9CA3-F3D7-DDF2-912C2DFDF716}"/>
          </ac:graphicFrameMkLst>
        </pc:graphicFrameChg>
      </pc:sldChg>
      <pc:sldChg chg="addSp delSp modSp new mod">
        <pc:chgData name="PRATIK SARKAR" userId="4894c38c80230afa" providerId="LiveId" clId="{B760F074-0482-4BEF-B9F2-876F10A7F487}" dt="2025-11-22T16:14:52.371" v="912" actId="1076"/>
        <pc:sldMkLst>
          <pc:docMk/>
          <pc:sldMk cId="388738028" sldId="265"/>
        </pc:sldMkLst>
        <pc:spChg chg="mod">
          <ac:chgData name="PRATIK SARKAR" userId="4894c38c80230afa" providerId="LiveId" clId="{B760F074-0482-4BEF-B9F2-876F10A7F487}" dt="2025-11-21T19:46:03.009" v="516" actId="5793"/>
          <ac:spMkLst>
            <pc:docMk/>
            <pc:sldMk cId="388738028" sldId="265"/>
            <ac:spMk id="2" creationId="{2E401DFD-CD16-FE9C-6A97-C75D9C72FB81}"/>
          </ac:spMkLst>
        </pc:spChg>
        <pc:spChg chg="add mod">
          <ac:chgData name="PRATIK SARKAR" userId="4894c38c80230afa" providerId="LiveId" clId="{B760F074-0482-4BEF-B9F2-876F10A7F487}" dt="2025-11-22T16:14:52.371" v="912" actId="1076"/>
          <ac:spMkLst>
            <pc:docMk/>
            <pc:sldMk cId="388738028" sldId="265"/>
            <ac:spMk id="9" creationId="{EAEE6D53-83D1-867A-72E3-591FAD91AFB3}"/>
          </ac:spMkLst>
        </pc:spChg>
        <pc:picChg chg="add mod">
          <ac:chgData name="PRATIK SARKAR" userId="4894c38c80230afa" providerId="LiveId" clId="{B760F074-0482-4BEF-B9F2-876F10A7F487}" dt="2025-11-22T16:14:28.774" v="908" actId="14100"/>
          <ac:picMkLst>
            <pc:docMk/>
            <pc:sldMk cId="388738028" sldId="265"/>
            <ac:picMk id="4" creationId="{31D32486-140A-68ED-445A-EE4D30F3D6BF}"/>
          </ac:picMkLst>
        </pc:picChg>
        <pc:picChg chg="add mod">
          <ac:chgData name="PRATIK SARKAR" userId="4894c38c80230afa" providerId="LiveId" clId="{B760F074-0482-4BEF-B9F2-876F10A7F487}" dt="2025-11-22T16:14:32.455" v="909" actId="14100"/>
          <ac:picMkLst>
            <pc:docMk/>
            <pc:sldMk cId="388738028" sldId="265"/>
            <ac:picMk id="8" creationId="{E551F003-C555-F490-4750-B30B203AC333}"/>
          </ac:picMkLst>
        </pc:picChg>
      </pc:sldChg>
      <pc:sldChg chg="addSp delSp modSp new mod">
        <pc:chgData name="PRATIK SARKAR" userId="4894c38c80230afa" providerId="LiveId" clId="{B760F074-0482-4BEF-B9F2-876F10A7F487}" dt="2025-11-22T16:22:29.072" v="942" actId="14100"/>
        <pc:sldMkLst>
          <pc:docMk/>
          <pc:sldMk cId="1336729098" sldId="266"/>
        </pc:sldMkLst>
        <pc:spChg chg="mod">
          <ac:chgData name="PRATIK SARKAR" userId="4894c38c80230afa" providerId="LiveId" clId="{B760F074-0482-4BEF-B9F2-876F10A7F487}" dt="2025-11-22T16:15:06.287" v="913" actId="1076"/>
          <ac:spMkLst>
            <pc:docMk/>
            <pc:sldMk cId="1336729098" sldId="266"/>
            <ac:spMk id="2" creationId="{1A8204F9-63A6-ED5D-0D2D-9FC2322E7EFD}"/>
          </ac:spMkLst>
        </pc:spChg>
        <pc:picChg chg="add mod">
          <ac:chgData name="PRATIK SARKAR" userId="4894c38c80230afa" providerId="LiveId" clId="{B760F074-0482-4BEF-B9F2-876F10A7F487}" dt="2025-11-22T16:22:29.072" v="942" actId="14100"/>
          <ac:picMkLst>
            <pc:docMk/>
            <pc:sldMk cId="1336729098" sldId="266"/>
            <ac:picMk id="6" creationId="{3D40CEF0-1C09-A3E3-2317-3F68673FB928}"/>
          </ac:picMkLst>
        </pc:picChg>
        <pc:picChg chg="add mod">
          <ac:chgData name="PRATIK SARKAR" userId="4894c38c80230afa" providerId="LiveId" clId="{B760F074-0482-4BEF-B9F2-876F10A7F487}" dt="2025-11-22T16:22:25.706" v="941" actId="14100"/>
          <ac:picMkLst>
            <pc:docMk/>
            <pc:sldMk cId="1336729098" sldId="266"/>
            <ac:picMk id="8" creationId="{75C267C8-3B45-CA8C-895D-FFA82C89B3D3}"/>
          </ac:picMkLst>
        </pc:picChg>
      </pc:sldChg>
      <pc:sldChg chg="addSp delSp modSp new mod">
        <pc:chgData name="PRATIK SARKAR" userId="4894c38c80230afa" providerId="LiveId" clId="{B760F074-0482-4BEF-B9F2-876F10A7F487}" dt="2025-11-23T15:00:25.696" v="1174" actId="20577"/>
        <pc:sldMkLst>
          <pc:docMk/>
          <pc:sldMk cId="2470452444" sldId="267"/>
        </pc:sldMkLst>
        <pc:spChg chg="mod">
          <ac:chgData name="PRATIK SARKAR" userId="4894c38c80230afa" providerId="LiveId" clId="{B760F074-0482-4BEF-B9F2-876F10A7F487}" dt="2025-11-23T15:00:25.696" v="1174" actId="20577"/>
          <ac:spMkLst>
            <pc:docMk/>
            <pc:sldMk cId="2470452444" sldId="267"/>
            <ac:spMk id="2" creationId="{EAE348BF-A433-0202-03AB-9CE592C464B8}"/>
          </ac:spMkLst>
        </pc:spChg>
        <pc:picChg chg="add mod">
          <ac:chgData name="PRATIK SARKAR" userId="4894c38c80230afa" providerId="LiveId" clId="{B760F074-0482-4BEF-B9F2-876F10A7F487}" dt="2025-11-22T16:23:19.241" v="948" actId="14100"/>
          <ac:picMkLst>
            <pc:docMk/>
            <pc:sldMk cId="2470452444" sldId="267"/>
            <ac:picMk id="5" creationId="{76CD8C51-D73F-31C0-B9E8-6B2DB156D2FE}"/>
          </ac:picMkLst>
        </pc:picChg>
        <pc:picChg chg="add mod">
          <ac:chgData name="PRATIK SARKAR" userId="4894c38c80230afa" providerId="LiveId" clId="{B760F074-0482-4BEF-B9F2-876F10A7F487}" dt="2025-11-22T16:23:00.642" v="945" actId="1076"/>
          <ac:picMkLst>
            <pc:docMk/>
            <pc:sldMk cId="2470452444" sldId="267"/>
            <ac:picMk id="4100" creationId="{882F3D01-732E-9664-A560-3657E77FDA81}"/>
          </ac:picMkLst>
        </pc:picChg>
      </pc:sldChg>
      <pc:sldChg chg="addSp delSp modSp new mod">
        <pc:chgData name="PRATIK SARKAR" userId="4894c38c80230afa" providerId="LiveId" clId="{B760F074-0482-4BEF-B9F2-876F10A7F487}" dt="2025-11-23T15:02:43.109" v="1190" actId="20577"/>
        <pc:sldMkLst>
          <pc:docMk/>
          <pc:sldMk cId="3270390244" sldId="268"/>
        </pc:sldMkLst>
        <pc:spChg chg="mod">
          <ac:chgData name="PRATIK SARKAR" userId="4894c38c80230afa" providerId="LiveId" clId="{B760F074-0482-4BEF-B9F2-876F10A7F487}" dt="2025-11-23T15:02:43.109" v="1190" actId="20577"/>
          <ac:spMkLst>
            <pc:docMk/>
            <pc:sldMk cId="3270390244" sldId="268"/>
            <ac:spMk id="2" creationId="{B04AC5C1-585F-F102-F0F8-97B5BFA76577}"/>
          </ac:spMkLst>
        </pc:spChg>
        <pc:spChg chg="mod">
          <ac:chgData name="PRATIK SARKAR" userId="4894c38c80230afa" providerId="LiveId" clId="{B760F074-0482-4BEF-B9F2-876F10A7F487}" dt="2025-11-22T16:15:45.639" v="917" actId="1076"/>
          <ac:spMkLst>
            <pc:docMk/>
            <pc:sldMk cId="3270390244" sldId="268"/>
            <ac:spMk id="3" creationId="{86E840D5-6DBC-DC0C-3C98-48CF18495A23}"/>
          </ac:spMkLst>
        </pc:spChg>
        <pc:spChg chg="del">
          <ac:chgData name="PRATIK SARKAR" userId="4894c38c80230afa" providerId="LiveId" clId="{B760F074-0482-4BEF-B9F2-876F10A7F487}" dt="2025-11-22T15:45:49.266" v="827"/>
          <ac:spMkLst>
            <pc:docMk/>
            <pc:sldMk cId="3270390244" sldId="268"/>
            <ac:spMk id="4" creationId="{3E57F235-0CF1-1A00-C84D-6F6C54D5DBB3}"/>
          </ac:spMkLst>
        </pc:spChg>
        <pc:picChg chg="add mod">
          <ac:chgData name="PRATIK SARKAR" userId="4894c38c80230afa" providerId="LiveId" clId="{B760F074-0482-4BEF-B9F2-876F10A7F487}" dt="2025-11-22T16:15:34.997" v="916" actId="1076"/>
          <ac:picMkLst>
            <pc:docMk/>
            <pc:sldMk cId="3270390244" sldId="268"/>
            <ac:picMk id="6" creationId="{A981EB9E-BF97-5AC9-9605-EDEA636ADB87}"/>
          </ac:picMkLst>
        </pc:picChg>
      </pc:sldChg>
      <pc:sldChg chg="addSp delSp modSp new mod modClrScheme chgLayout">
        <pc:chgData name="PRATIK SARKAR" userId="4894c38c80230afa" providerId="LiveId" clId="{B760F074-0482-4BEF-B9F2-876F10A7F487}" dt="2025-11-22T16:16:02.447" v="920" actId="1076"/>
        <pc:sldMkLst>
          <pc:docMk/>
          <pc:sldMk cId="3598618243" sldId="269"/>
        </pc:sldMkLst>
        <pc:spChg chg="add mod">
          <ac:chgData name="PRATIK SARKAR" userId="4894c38c80230afa" providerId="LiveId" clId="{B760F074-0482-4BEF-B9F2-876F10A7F487}" dt="2025-11-22T16:15:55.156" v="918" actId="1076"/>
          <ac:spMkLst>
            <pc:docMk/>
            <pc:sldMk cId="3598618243" sldId="269"/>
            <ac:spMk id="2" creationId="{2C3D57BF-5DE8-18D1-4426-614691EF9F0F}"/>
          </ac:spMkLst>
        </pc:spChg>
        <pc:spChg chg="add del mod">
          <ac:chgData name="PRATIK SARKAR" userId="4894c38c80230afa" providerId="LiveId" clId="{B760F074-0482-4BEF-B9F2-876F10A7F487}" dt="2025-11-22T16:02:49.442" v="838"/>
          <ac:spMkLst>
            <pc:docMk/>
            <pc:sldMk cId="3598618243" sldId="269"/>
            <ac:spMk id="3" creationId="{63278620-1250-2BBC-48F8-74E824111E6A}"/>
          </ac:spMkLst>
        </pc:spChg>
        <pc:spChg chg="add del mod">
          <ac:chgData name="PRATIK SARKAR" userId="4894c38c80230afa" providerId="LiveId" clId="{B760F074-0482-4BEF-B9F2-876F10A7F487}" dt="2025-11-22T16:02:57.742" v="839"/>
          <ac:spMkLst>
            <pc:docMk/>
            <pc:sldMk cId="3598618243" sldId="269"/>
            <ac:spMk id="4" creationId="{37B894F8-F9D8-15D2-66AA-A5FF6899A6C3}"/>
          </ac:spMkLst>
        </pc:spChg>
        <pc:spChg chg="add del mod">
          <ac:chgData name="PRATIK SARKAR" userId="4894c38c80230afa" providerId="LiveId" clId="{B760F074-0482-4BEF-B9F2-876F10A7F487}" dt="2025-11-22T16:03:02.360" v="840"/>
          <ac:spMkLst>
            <pc:docMk/>
            <pc:sldMk cId="3598618243" sldId="269"/>
            <ac:spMk id="5" creationId="{62FF3DA6-4DA6-3D60-EA97-465796AF0F90}"/>
          </ac:spMkLst>
        </pc:spChg>
        <pc:picChg chg="add mod">
          <ac:chgData name="PRATIK SARKAR" userId="4894c38c80230afa" providerId="LiveId" clId="{B760F074-0482-4BEF-B9F2-876F10A7F487}" dt="2025-11-22T16:15:58.595" v="919" actId="1076"/>
          <ac:picMkLst>
            <pc:docMk/>
            <pc:sldMk cId="3598618243" sldId="269"/>
            <ac:picMk id="6" creationId="{786C742D-3D9D-0DF2-904F-78AA7A76DF00}"/>
          </ac:picMkLst>
        </pc:picChg>
        <pc:picChg chg="add mod">
          <ac:chgData name="PRATIK SARKAR" userId="4894c38c80230afa" providerId="LiveId" clId="{B760F074-0482-4BEF-B9F2-876F10A7F487}" dt="2025-11-22T16:16:02.447" v="920" actId="1076"/>
          <ac:picMkLst>
            <pc:docMk/>
            <pc:sldMk cId="3598618243" sldId="269"/>
            <ac:picMk id="8" creationId="{E7435516-C6A6-12A1-E0A3-92B1B0E1BAAC}"/>
          </ac:picMkLst>
        </pc:picChg>
      </pc:sldChg>
      <pc:sldChg chg="delSp modSp new mod">
        <pc:chgData name="PRATIK SARKAR" userId="4894c38c80230afa" providerId="LiveId" clId="{B760F074-0482-4BEF-B9F2-876F10A7F487}" dt="2025-11-23T15:02:12.305" v="1185" actId="20577"/>
        <pc:sldMkLst>
          <pc:docMk/>
          <pc:sldMk cId="3217755667" sldId="270"/>
        </pc:sldMkLst>
        <pc:spChg chg="mod">
          <ac:chgData name="PRATIK SARKAR" userId="4894c38c80230afa" providerId="LiveId" clId="{B760F074-0482-4BEF-B9F2-876F10A7F487}" dt="2025-11-23T15:02:12.305" v="1185" actId="20577"/>
          <ac:spMkLst>
            <pc:docMk/>
            <pc:sldMk cId="3217755667" sldId="270"/>
            <ac:spMk id="2" creationId="{72C3D8E1-0477-8A48-FD14-522DED4BF6AA}"/>
          </ac:spMkLst>
        </pc:spChg>
        <pc:spChg chg="del mod">
          <ac:chgData name="PRATIK SARKAR" userId="4894c38c80230afa" providerId="LiveId" clId="{B760F074-0482-4BEF-B9F2-876F10A7F487}" dt="2025-11-22T19:33:29.506" v="981" actId="21"/>
          <ac:spMkLst>
            <pc:docMk/>
            <pc:sldMk cId="3217755667" sldId="270"/>
            <ac:spMk id="3" creationId="{090DE320-5BD8-04DA-F95A-EDDB5F731229}"/>
          </ac:spMkLst>
        </pc:spChg>
      </pc:sldChg>
      <pc:sldChg chg="addSp delSp modSp new mod ord modClrScheme chgLayout">
        <pc:chgData name="PRATIK SARKAR" userId="4894c38c80230afa" providerId="LiveId" clId="{B760F074-0482-4BEF-B9F2-876F10A7F487}" dt="2025-11-23T12:10:27.119" v="1154" actId="1076"/>
        <pc:sldMkLst>
          <pc:docMk/>
          <pc:sldMk cId="1831223610" sldId="271"/>
        </pc:sldMkLst>
        <pc:spChg chg="del mod">
          <ac:chgData name="PRATIK SARKAR" userId="4894c38c80230afa" providerId="LiveId" clId="{B760F074-0482-4BEF-B9F2-876F10A7F487}" dt="2025-11-23T12:07:12.470" v="1040" actId="700"/>
          <ac:spMkLst>
            <pc:docMk/>
            <pc:sldMk cId="1831223610" sldId="271"/>
            <ac:spMk id="2" creationId="{3397E293-0FDD-00B9-1F68-958FF22D229A}"/>
          </ac:spMkLst>
        </pc:spChg>
        <pc:spChg chg="del">
          <ac:chgData name="PRATIK SARKAR" userId="4894c38c80230afa" providerId="LiveId" clId="{B760F074-0482-4BEF-B9F2-876F10A7F487}" dt="2025-11-23T12:07:12.470" v="1040" actId="700"/>
          <ac:spMkLst>
            <pc:docMk/>
            <pc:sldMk cId="1831223610" sldId="271"/>
            <ac:spMk id="3" creationId="{5C249187-EA9B-6F84-E1F0-341ADD4BA382}"/>
          </ac:spMkLst>
        </pc:spChg>
        <pc:spChg chg="del">
          <ac:chgData name="PRATIK SARKAR" userId="4894c38c80230afa" providerId="LiveId" clId="{B760F074-0482-4BEF-B9F2-876F10A7F487}" dt="2025-11-23T12:07:12.470" v="1040" actId="700"/>
          <ac:spMkLst>
            <pc:docMk/>
            <pc:sldMk cId="1831223610" sldId="271"/>
            <ac:spMk id="4" creationId="{146BDEB2-D8BF-E6CF-62CB-7B574A06C958}"/>
          </ac:spMkLst>
        </pc:spChg>
        <pc:spChg chg="add del mod ord">
          <ac:chgData name="PRATIK SARKAR" userId="4894c38c80230afa" providerId="LiveId" clId="{B760F074-0482-4BEF-B9F2-876F10A7F487}" dt="2025-11-23T12:07:35.939" v="1042" actId="700"/>
          <ac:spMkLst>
            <pc:docMk/>
            <pc:sldMk cId="1831223610" sldId="271"/>
            <ac:spMk id="5" creationId="{82469CBE-EA74-EEC8-9720-DD2F31CFA641}"/>
          </ac:spMkLst>
        </pc:spChg>
        <pc:spChg chg="add del mod ord">
          <ac:chgData name="PRATIK SARKAR" userId="4894c38c80230afa" providerId="LiveId" clId="{B760F074-0482-4BEF-B9F2-876F10A7F487}" dt="2025-11-23T12:07:35.939" v="1042" actId="700"/>
          <ac:spMkLst>
            <pc:docMk/>
            <pc:sldMk cId="1831223610" sldId="271"/>
            <ac:spMk id="6" creationId="{F064D40B-A617-55B2-EB99-014A6098AFD1}"/>
          </ac:spMkLst>
        </pc:spChg>
        <pc:spChg chg="add mod ord">
          <ac:chgData name="PRATIK SARKAR" userId="4894c38c80230afa" providerId="LiveId" clId="{B760F074-0482-4BEF-B9F2-876F10A7F487}" dt="2025-11-23T12:10:15.879" v="1153" actId="1076"/>
          <ac:spMkLst>
            <pc:docMk/>
            <pc:sldMk cId="1831223610" sldId="271"/>
            <ac:spMk id="7" creationId="{1ECC712E-F268-C365-97E5-9E6FF2637B1A}"/>
          </ac:spMkLst>
        </pc:spChg>
        <pc:spChg chg="add mod ord">
          <ac:chgData name="PRATIK SARKAR" userId="4894c38c80230afa" providerId="LiveId" clId="{B760F074-0482-4BEF-B9F2-876F10A7F487}" dt="2025-11-23T12:10:27.119" v="1154" actId="1076"/>
          <ac:spMkLst>
            <pc:docMk/>
            <pc:sldMk cId="1831223610" sldId="271"/>
            <ac:spMk id="8" creationId="{75B1BF7E-EB83-A00B-481F-5630A35D2FF3}"/>
          </ac:spMkLst>
        </pc:spChg>
      </pc:sldChg>
      <pc:sldChg chg="new del">
        <pc:chgData name="PRATIK SARKAR" userId="4894c38c80230afa" providerId="LiveId" clId="{B760F074-0482-4BEF-B9F2-876F10A7F487}" dt="2025-11-23T12:04:40.382" v="1031" actId="680"/>
        <pc:sldMkLst>
          <pc:docMk/>
          <pc:sldMk cId="1891568559" sldId="271"/>
        </pc:sldMkLst>
      </pc:sldChg>
      <pc:sldChg chg="new del">
        <pc:chgData name="PRATIK SARKAR" userId="4894c38c80230afa" providerId="LiveId" clId="{B760F074-0482-4BEF-B9F2-876F10A7F487}" dt="2025-11-23T12:04:50.350" v="1033" actId="680"/>
        <pc:sldMkLst>
          <pc:docMk/>
          <pc:sldMk cId="2985229528" sldId="27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6:33:38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9144" y="4882896"/>
            <a:ext cx="4050792" cy="1197864"/>
          </a:xfrm>
          <a:noFill/>
        </p:spPr>
        <p:txBody>
          <a:bodyPr wrap="square" rtlCol="0">
            <a:spAutoFit/>
          </a:bodyPr>
          <a:lstStyle>
            <a:lvl1pPr>
              <a:defRPr lang="en-US" sz="5400" dirty="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0343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67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876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29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276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49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56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454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426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408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0662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271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507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787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399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9984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09201-6FB2-AE56-673A-7D53004F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813D0-8DFC-AEAA-6E9D-1A84EA029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8D35B-D422-08DA-78A9-49543CAC0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758C4-C1B4-004D-890A-700A63DB4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C7F2F-8527-51B5-FE4E-A233BCFFF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458AB-9AFF-85EB-9160-5F0491000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4812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F8114-532B-A7DD-7480-3A06AAD22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4D5FF-AFD4-8BB0-CB34-E13020DE8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6908C-887C-C6FD-B2B3-4E142F00F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82B37A-40D1-E827-A858-396D708E0A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EEDDE7-A906-FBD7-3E1B-199E2B3B0A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8B3665-1D64-68CD-3E9A-E4727914B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E5A277-44B7-3DAB-C413-352E2DB38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444D7E-B1B4-9D62-598C-537E6BE7A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8736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C596E-21CA-9207-470C-285CDE91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547B0-2135-6F2D-36D4-9CBE87E5F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B7C45-005F-DA4F-9A9E-FB061AE2F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4F9CD-9218-5FDE-FD2F-5DD496931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E6BEC-F9E1-B2BC-8DEC-1E8AA3469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0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AD3AEC9A-240C-47B9-80FE-BE4B00A7E96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66F8BEB-98EE-49BF-8D4B-A1D0C3BB4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172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>
              <a:lumMod val="60000"/>
              <a:lumOff val="4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ECC712E-F268-C365-97E5-9E6FF2637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783048" y="253377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Intergrated</a:t>
            </a:r>
            <a:r>
              <a:rPr lang="en-US" dirty="0"/>
              <a:t> customer segmentation &amp; churn</a:t>
            </a:r>
            <a:endParaRPr lang="en-IN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5B1BF7E-EB83-A00B-481F-5630A35D2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21420000">
            <a:off x="953566" y="3153833"/>
            <a:ext cx="9755187" cy="550333"/>
          </a:xfrm>
        </p:spPr>
        <p:txBody>
          <a:bodyPr/>
          <a:lstStyle/>
          <a:p>
            <a:r>
              <a:rPr lang="en-US" dirty="0"/>
              <a:t>Pratik Sarkar</a:t>
            </a:r>
          </a:p>
          <a:p>
            <a:r>
              <a:rPr lang="en-US" dirty="0"/>
              <a:t>Dept. of computer science, RKMVERI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223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C5623-9D17-65F9-62D0-81D7AB2D0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65" y="5859"/>
            <a:ext cx="10396882" cy="115196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Customer </a:t>
            </a:r>
            <a:r>
              <a:rPr lang="en-US" b="1" dirty="0" err="1"/>
              <a:t>Retension</a:t>
            </a:r>
            <a:r>
              <a:rPr lang="en-US" b="1" dirty="0"/>
              <a:t> Vs Acquisition </a:t>
            </a:r>
            <a:endParaRPr lang="en-IN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4C3767-5276-060A-31C2-F07623EF1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3455" y="1501161"/>
            <a:ext cx="5181600" cy="465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                                 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CD92BDC-209C-00D1-64CE-2173D21279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190" y="974591"/>
            <a:ext cx="4756355" cy="234114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5FF758-FD73-0E73-C195-296C21F448F4}"/>
              </a:ext>
            </a:extLst>
          </p:cNvPr>
          <p:cNvSpPr txBox="1"/>
          <p:nvPr/>
        </p:nvSpPr>
        <p:spPr>
          <a:xfrm>
            <a:off x="952502" y="1043122"/>
            <a:ext cx="4923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Factors That Make It More Expensive To Acquire Customers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2E78AC-1C1E-F9F5-70B8-04F724840CB2}"/>
              </a:ext>
            </a:extLst>
          </p:cNvPr>
          <p:cNvSpPr txBox="1"/>
          <p:nvPr/>
        </p:nvSpPr>
        <p:spPr>
          <a:xfrm>
            <a:off x="1089969" y="1704310"/>
            <a:ext cx="49235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Marketing And Advertising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Campaign Targeting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Market Saturation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Increasing Customer Expectations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0E87D6-5701-F375-1495-411A9CEFE3EE}"/>
              </a:ext>
            </a:extLst>
          </p:cNvPr>
          <p:cNvSpPr txBox="1"/>
          <p:nvPr/>
        </p:nvSpPr>
        <p:spPr>
          <a:xfrm>
            <a:off x="7325032" y="4965290"/>
            <a:ext cx="371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dc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BC849A-E9FA-6D33-9689-BEDF5B186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352" y="3429000"/>
            <a:ext cx="3983980" cy="22777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E1EBFE1-5F82-CB09-15CB-6639BB525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1" y="3132505"/>
            <a:ext cx="5511252" cy="254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4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5D5707-82ED-E79F-4660-DF7B4966A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35" y="-46831"/>
            <a:ext cx="10515600" cy="1325563"/>
          </a:xfrm>
        </p:spPr>
        <p:txBody>
          <a:bodyPr/>
          <a:lstStyle/>
          <a:p>
            <a:r>
              <a:rPr lang="en-US" dirty="0"/>
              <a:t>Problem Statement &amp; Methodology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2FB41-6AB3-5084-8C90-377ED1544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748" y="866776"/>
            <a:ext cx="5157787" cy="823912"/>
          </a:xfrm>
        </p:spPr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4523D-5779-EEB1-2FD1-B65D86000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2735" y="988560"/>
            <a:ext cx="5157787" cy="3888580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Telecom companies face revenue loss due to customer churn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Objectives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To Segment Customers owing to behavioral cohorts using unsupervised learning to expose group-level churn patterns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To build predictive models to estimate individual churn probability per segment , enabling targeted retention actions. </a:t>
            </a:r>
            <a:endParaRPr lang="en-IN" sz="16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5FB73D5-814D-D722-CB6D-A26B3F3FA6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5154" y="855551"/>
            <a:ext cx="5183188" cy="823912"/>
          </a:xfrm>
        </p:spPr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DF3559-34D0-F15A-37EB-B002738E34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766" y="1586705"/>
            <a:ext cx="5183188" cy="3888579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600" b="1" dirty="0"/>
              <a:t>Data Preprocessing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Convert some non numeric data to numeric data.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impute missing values with median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apply SMOTE to balance classes on training data</a:t>
            </a:r>
            <a:r>
              <a:rPr lang="en-US" sz="14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b="1" dirty="0"/>
              <a:t>Segmentation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600" dirty="0"/>
              <a:t>Elbow  &amp; </a:t>
            </a:r>
            <a:r>
              <a:rPr lang="en-IN" sz="1600" dirty="0" err="1"/>
              <a:t>Silhoute</a:t>
            </a:r>
            <a:r>
              <a:rPr lang="en-IN" sz="1600" dirty="0"/>
              <a:t> Method are used to find optimal cluster.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Reduce dimensionality with PCA (2 components for visualization) and apply K-Means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Prediction</a:t>
            </a:r>
          </a:p>
          <a:p>
            <a:pPr lvl="1"/>
            <a:r>
              <a:rPr lang="en-US" sz="1600" dirty="0"/>
              <a:t>Train and compare Logistic Regression, Random Forest, Gradient Boosting, and </a:t>
            </a:r>
            <a:r>
              <a:rPr lang="en-US" sz="1600" dirty="0" err="1"/>
              <a:t>XGBoost</a:t>
            </a:r>
            <a:r>
              <a:rPr lang="en-US" sz="1600" dirty="0"/>
              <a:t>. Evaluate using Accuracy, Precision, Recall, Fl-score, and ROC-AUC 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909103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4992-1059-DB1F-D174-D28856394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Details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43FE3-DC04-B604-6C35-9B51031EA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The dataset used is the Telco_Churn_Segmented.csv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7,043 customers.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24 columns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Data Set Split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Training 		70%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Validation 		10%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Test 		20%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5922B-205C-EC74-5273-229D0186A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509" y="745330"/>
            <a:ext cx="487748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94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015D2-44DF-4902-0763-A5836912D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2062"/>
          </a:xfrm>
        </p:spPr>
        <p:txBody>
          <a:bodyPr/>
          <a:lstStyle/>
          <a:p>
            <a:r>
              <a:rPr lang="en-US" dirty="0"/>
              <a:t>EDA- EXPRORATORY DATA ANALYSIS</a:t>
            </a:r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B70A96D-BE7D-E70E-62BF-456967512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514169"/>
            <a:ext cx="5385619" cy="1160206"/>
          </a:xfrm>
        </p:spPr>
        <p:txBody>
          <a:bodyPr>
            <a:normAutofit fontScale="85000" lnSpcReduction="20000"/>
          </a:bodyPr>
          <a:lstStyle/>
          <a:p>
            <a:pPr marL="0" indent="0" latinLnBrk="1">
              <a:buNone/>
            </a:pPr>
            <a:endParaRPr lang="en-US" dirty="0"/>
          </a:p>
          <a:p>
            <a:pPr latinLnBrk="1">
              <a:buFont typeface="Wingdings" panose="05000000000000000000" pitchFamily="2" charset="2"/>
              <a:buChar char="q"/>
            </a:pPr>
            <a:r>
              <a:rPr lang="en-US" dirty="0"/>
              <a:t>No Churn (0): 	5174 (73.46%)</a:t>
            </a:r>
          </a:p>
          <a:p>
            <a:pPr latinLnBrk="1">
              <a:buFont typeface="Wingdings" panose="05000000000000000000" pitchFamily="2" charset="2"/>
              <a:buChar char="q"/>
            </a:pPr>
            <a:r>
              <a:rPr lang="en-US" dirty="0"/>
              <a:t>Churn (1): 	1869 (26.54%)</a:t>
            </a:r>
          </a:p>
          <a:p>
            <a:pPr marL="0" indent="0" latinLnBrk="1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127C59-3ECC-ED8C-4F17-ADF9AF10F8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549" y="1218889"/>
            <a:ext cx="4055013" cy="2025445"/>
          </a:xfrm>
        </p:spPr>
      </p:pic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A8C45522-7C43-2A9B-8C42-3913BD471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3700" y="3429000"/>
            <a:ext cx="3997863" cy="24080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07D5B5-022A-4153-431D-A5A1E8BA08F0}"/>
              </a:ext>
            </a:extLst>
          </p:cNvPr>
          <p:cNvSpPr txBox="1"/>
          <p:nvPr/>
        </p:nvSpPr>
        <p:spPr>
          <a:xfrm>
            <a:off x="1160207" y="4035519"/>
            <a:ext cx="45523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b="1"/>
              <a:t>     Feature</a:t>
            </a:r>
            <a:r>
              <a:rPr lang="en-US" b="1" dirty="0"/>
              <a:t>	</a:t>
            </a:r>
            <a:r>
              <a:rPr lang="en-US" dirty="0"/>
              <a:t>	</a:t>
            </a:r>
            <a:r>
              <a:rPr lang="en-US"/>
              <a:t>		</a:t>
            </a:r>
            <a:r>
              <a:rPr lang="en-US" b="1"/>
              <a:t>Correlation</a:t>
            </a:r>
            <a:endParaRPr lang="en-US" b="1" dirty="0"/>
          </a:p>
          <a:p>
            <a:pPr latinLnBrk="1"/>
            <a:endParaRPr lang="en-US" dirty="0"/>
          </a:p>
          <a:p>
            <a:pPr marL="285750" indent="-285750" latinLnBrk="1">
              <a:buFont typeface="Wingdings" panose="05000000000000000000" pitchFamily="2" charset="2"/>
              <a:buChar char="§"/>
            </a:pPr>
            <a:r>
              <a:rPr lang="en-US" dirty="0" err="1"/>
              <a:t>MonthlyCharges</a:t>
            </a:r>
            <a:r>
              <a:rPr lang="en-US" dirty="0"/>
              <a:t>    	 0.193356</a:t>
            </a:r>
          </a:p>
          <a:p>
            <a:pPr marL="285750" indent="-285750" latinLnBrk="1">
              <a:buFont typeface="Wingdings" panose="05000000000000000000" pitchFamily="2" charset="2"/>
              <a:buChar char="§"/>
            </a:pPr>
            <a:r>
              <a:rPr lang="en-US" dirty="0" err="1"/>
              <a:t>TotalCharges</a:t>
            </a:r>
            <a:r>
              <a:rPr lang="en-US" dirty="0"/>
              <a:t>     		-0.199037</a:t>
            </a:r>
          </a:p>
          <a:p>
            <a:pPr marL="285750" indent="-285750" latinLnBrk="1">
              <a:buFont typeface="Wingdings" panose="05000000000000000000" pitchFamily="2" charset="2"/>
              <a:buChar char="§"/>
            </a:pPr>
            <a:r>
              <a:rPr lang="en-US" dirty="0"/>
              <a:t>Tenure           		-0.352229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D5F0A9-90C6-454C-7A56-AF88FE848505}"/>
              </a:ext>
            </a:extLst>
          </p:cNvPr>
          <p:cNvSpPr txBox="1"/>
          <p:nvPr/>
        </p:nvSpPr>
        <p:spPr>
          <a:xfrm>
            <a:off x="1022555" y="3244334"/>
            <a:ext cx="4552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FEATURE CORELLATION WITH CHURN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98301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88FC4-8C14-2182-BE24-14188C252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97971"/>
            <a:ext cx="3932237" cy="1174955"/>
          </a:xfrm>
        </p:spPr>
        <p:txBody>
          <a:bodyPr/>
          <a:lstStyle/>
          <a:p>
            <a:r>
              <a:rPr lang="en-US" b="1" dirty="0"/>
              <a:t>Customer segmentation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C8367-DC77-55D3-D3A5-B00A60669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916" y="1272926"/>
            <a:ext cx="4469631" cy="4299318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Selected 6 features for clustering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Tenure</a:t>
            </a:r>
            <a:r>
              <a:rPr lang="en-US" sz="1600" dirty="0"/>
              <a:t> → Detects new vs long-term customers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b="1" dirty="0" err="1"/>
              <a:t>MonthlyCharges</a:t>
            </a:r>
            <a:r>
              <a:rPr lang="en-US" sz="1600" dirty="0"/>
              <a:t> → Detects heavy vs light users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b="1" dirty="0" err="1"/>
              <a:t>TotalCharges</a:t>
            </a:r>
            <a:r>
              <a:rPr lang="en-US" sz="1600" dirty="0"/>
              <a:t> → Shows total lifetime value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b="1" dirty="0" err="1"/>
              <a:t>Contract_encoded</a:t>
            </a:r>
            <a:r>
              <a:rPr lang="en-IN" sz="1600" dirty="0"/>
              <a:t> → Identifies stable vs high-risk groups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b="1" dirty="0" err="1"/>
              <a:t>InternetService_encoded</a:t>
            </a:r>
            <a:r>
              <a:rPr lang="en-IN" sz="1600" dirty="0"/>
              <a:t> → Indicates usage </a:t>
            </a:r>
            <a:r>
              <a:rPr lang="en-IN" sz="1600" dirty="0" err="1"/>
              <a:t>behavior</a:t>
            </a:r>
            <a:endParaRPr lang="en-IN" sz="16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b="1" dirty="0" err="1"/>
              <a:t>PaymentMethod_encoded</a:t>
            </a:r>
            <a:r>
              <a:rPr lang="en-US" sz="1600" dirty="0"/>
              <a:t> → Reveals risk/loyalty behaviors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Elbow Method &amp; </a:t>
            </a:r>
            <a:r>
              <a:rPr lang="en-US" dirty="0" err="1"/>
              <a:t>Silhoutte</a:t>
            </a:r>
            <a:r>
              <a:rPr lang="en-US" dirty="0"/>
              <a:t> to find optimal number of clusters.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26DE28-5FF9-5EBE-DF22-1C85D0DE5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858" y="1632155"/>
            <a:ext cx="5555226" cy="306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207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7BF0A-3FF0-AEB7-DFEE-9E5750CFB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Kmeans</a:t>
            </a:r>
            <a:r>
              <a:rPr lang="en-US" dirty="0"/>
              <a:t> Clustering &amp; PCA </a:t>
            </a:r>
            <a:r>
              <a:rPr lang="en-US" dirty="0" err="1"/>
              <a:t>Visualisation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7D5C4-2E5D-DB84-E535-F341BF81D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2" y="2065925"/>
            <a:ext cx="5181600" cy="326748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K-Means complete with k=4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Cluster Distribution</a:t>
            </a:r>
          </a:p>
          <a:p>
            <a:pPr lvl="1" latinLnBrk="1"/>
            <a:r>
              <a:rPr lang="en-US" sz="1600" dirty="0"/>
              <a:t>Segment 0: 1925 customers (27.3%)</a:t>
            </a:r>
          </a:p>
          <a:p>
            <a:pPr lvl="1" latinLnBrk="1"/>
            <a:r>
              <a:rPr lang="en-US" sz="1600" dirty="0"/>
              <a:t>Segment 1: 1526 customers (21.7%)</a:t>
            </a:r>
          </a:p>
          <a:p>
            <a:pPr lvl="1" latinLnBrk="1"/>
            <a:r>
              <a:rPr lang="en-US" sz="1600" dirty="0"/>
              <a:t>Segment 2: 1622 customers (23.0%)</a:t>
            </a:r>
          </a:p>
          <a:p>
            <a:pPr lvl="1" latinLnBrk="1"/>
            <a:r>
              <a:rPr lang="en-US" sz="1600" dirty="0"/>
              <a:t>Segment 3: 1970 customers (28.0%)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D08C99-46AF-3232-D662-3C9343CF2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523999"/>
            <a:ext cx="5211850" cy="369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0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0FFF1-D733-B1DE-8E81-9A655C56A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Each Segments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D659FE-E830-877D-EBA7-FF30635A2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7420"/>
              </p:ext>
            </p:extLst>
          </p:nvPr>
        </p:nvGraphicFramePr>
        <p:xfrm>
          <a:off x="838200" y="1956619"/>
          <a:ext cx="5641258" cy="3785420"/>
        </p:xfrm>
        <a:graphic>
          <a:graphicData uri="http://schemas.openxmlformats.org/drawingml/2006/table">
            <a:tbl>
              <a:tblPr/>
              <a:tblGrid>
                <a:gridCol w="2820629">
                  <a:extLst>
                    <a:ext uri="{9D8B030D-6E8A-4147-A177-3AD203B41FA5}">
                      <a16:colId xmlns:a16="http://schemas.microsoft.com/office/drawing/2014/main" val="919076028"/>
                    </a:ext>
                  </a:extLst>
                </a:gridCol>
                <a:gridCol w="2820629">
                  <a:extLst>
                    <a:ext uri="{9D8B030D-6E8A-4147-A177-3AD203B41FA5}">
                      <a16:colId xmlns:a16="http://schemas.microsoft.com/office/drawing/2014/main" val="1021997395"/>
                    </a:ext>
                  </a:extLst>
                </a:gridCol>
              </a:tblGrid>
              <a:tr h="61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Segment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111289"/>
                  </a:ext>
                </a:extLst>
              </a:tr>
              <a:tr h="734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customers on expensive plans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849882"/>
                  </a:ext>
                </a:extLst>
              </a:tr>
              <a:tr h="734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Low-pay, low-value stable 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331435"/>
                  </a:ext>
                </a:extLst>
              </a:tr>
              <a:tr h="1081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Medium-term, low-engagement, churn-prone 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448112"/>
                  </a:ext>
                </a:extLst>
              </a:tr>
              <a:tr h="61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Loyal high-value 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7206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A7BDAAB-F224-C14D-0EA4-71D63AD8B091}"/>
                  </a:ext>
                </a:extLst>
              </p14:cNvPr>
              <p14:cNvContentPartPr/>
              <p14:nvPr/>
            </p14:nvContentPartPr>
            <p14:xfrm>
              <a:off x="7462417" y="262534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A7BDAAB-F224-C14D-0EA4-71D63AD8B0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56297" y="261922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1FB7902-18CE-263C-CCDE-36E561240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592826"/>
            <a:ext cx="4662814" cy="399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07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6A7B-2FB9-792C-51E7-9D61FE1DF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45688"/>
          </a:xfrm>
        </p:spPr>
        <p:txBody>
          <a:bodyPr>
            <a:normAutofit fontScale="90000"/>
          </a:bodyPr>
          <a:lstStyle/>
          <a:p>
            <a:r>
              <a:rPr lang="en-IN" dirty="0"/>
              <a:t>Churn Prediction </a:t>
            </a:r>
            <a:r>
              <a:rPr lang="en-IN" dirty="0" err="1"/>
              <a:t>Modeling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EBB39-FC31-5081-994C-730741A4B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858" y="1037969"/>
            <a:ext cx="10515600" cy="48201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Used unsupervised K-Means segment</a:t>
            </a:r>
            <a:r>
              <a:rPr lang="en-US" dirty="0"/>
              <a:t> as an </a:t>
            </a:r>
            <a:r>
              <a:rPr lang="en-US" b="1" dirty="0"/>
              <a:t>input feature</a:t>
            </a:r>
            <a:r>
              <a:rPr lang="en-US" dirty="0"/>
              <a:t> to predict churn.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model is using </a:t>
            </a:r>
            <a:r>
              <a:rPr lang="en-US" b="1" dirty="0"/>
              <a:t>20 input features</a:t>
            </a:r>
            <a:r>
              <a:rPr lang="en-US" dirty="0"/>
              <a:t> to predict churn.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Main Core Features for Churn Prediction</a:t>
            </a:r>
          </a:p>
          <a:p>
            <a:pPr lvl="1"/>
            <a:r>
              <a:rPr lang="en-IN" dirty="0"/>
              <a:t>Tenure    </a:t>
            </a:r>
          </a:p>
          <a:p>
            <a:pPr lvl="1"/>
            <a:r>
              <a:rPr lang="en-IN" dirty="0" err="1"/>
              <a:t>MonthlyCharges</a:t>
            </a:r>
            <a:endParaRPr lang="en-IN" dirty="0"/>
          </a:p>
          <a:p>
            <a:pPr lvl="1"/>
            <a:r>
              <a:rPr lang="en-IN" dirty="0" err="1"/>
              <a:t>TotalCharges</a:t>
            </a:r>
            <a:endParaRPr lang="en-IN" dirty="0"/>
          </a:p>
          <a:p>
            <a:pPr lvl="1"/>
            <a:r>
              <a:rPr lang="en-IN" dirty="0" err="1"/>
              <a:t>SeniorCitizen</a:t>
            </a:r>
            <a:endParaRPr lang="en-IN" dirty="0"/>
          </a:p>
          <a:p>
            <a:pPr lvl="1"/>
            <a:r>
              <a:rPr lang="en-IN" dirty="0" err="1"/>
              <a:t>Segment_Kmeans</a:t>
            </a: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Train / Validation / Test Split (70/10/20)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SMOTE — Balancing the Training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204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519E1-08AD-D564-397E-666098236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080" y="243840"/>
            <a:ext cx="10396882" cy="1151965"/>
          </a:xfrm>
        </p:spPr>
        <p:txBody>
          <a:bodyPr/>
          <a:lstStyle/>
          <a:p>
            <a:r>
              <a:rPr lang="en-US" dirty="0"/>
              <a:t>Model Comparisons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1091AC2-9CA3-F3D7-DDF2-912C2DFDF7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914610"/>
              </p:ext>
            </p:extLst>
          </p:nvPr>
        </p:nvGraphicFramePr>
        <p:xfrm>
          <a:off x="997038" y="1192136"/>
          <a:ext cx="7524874" cy="4263540"/>
        </p:xfrm>
        <a:graphic>
          <a:graphicData uri="http://schemas.openxmlformats.org/drawingml/2006/table">
            <a:tbl>
              <a:tblPr/>
              <a:tblGrid>
                <a:gridCol w="1149904">
                  <a:extLst>
                    <a:ext uri="{9D8B030D-6E8A-4147-A177-3AD203B41FA5}">
                      <a16:colId xmlns:a16="http://schemas.microsoft.com/office/drawing/2014/main" val="750515449"/>
                    </a:ext>
                  </a:extLst>
                </a:gridCol>
                <a:gridCol w="1274994">
                  <a:extLst>
                    <a:ext uri="{9D8B030D-6E8A-4147-A177-3AD203B41FA5}">
                      <a16:colId xmlns:a16="http://schemas.microsoft.com/office/drawing/2014/main" val="3054038410"/>
                    </a:ext>
                  </a:extLst>
                </a:gridCol>
                <a:gridCol w="1274994">
                  <a:extLst>
                    <a:ext uri="{9D8B030D-6E8A-4147-A177-3AD203B41FA5}">
                      <a16:colId xmlns:a16="http://schemas.microsoft.com/office/drawing/2014/main" val="3662788291"/>
                    </a:ext>
                  </a:extLst>
                </a:gridCol>
                <a:gridCol w="1274994">
                  <a:extLst>
                    <a:ext uri="{9D8B030D-6E8A-4147-A177-3AD203B41FA5}">
                      <a16:colId xmlns:a16="http://schemas.microsoft.com/office/drawing/2014/main" val="3163634859"/>
                    </a:ext>
                  </a:extLst>
                </a:gridCol>
                <a:gridCol w="1274994">
                  <a:extLst>
                    <a:ext uri="{9D8B030D-6E8A-4147-A177-3AD203B41FA5}">
                      <a16:colId xmlns:a16="http://schemas.microsoft.com/office/drawing/2014/main" val="3321102271"/>
                    </a:ext>
                  </a:extLst>
                </a:gridCol>
                <a:gridCol w="1274994">
                  <a:extLst>
                    <a:ext uri="{9D8B030D-6E8A-4147-A177-3AD203B41FA5}">
                      <a16:colId xmlns:a16="http://schemas.microsoft.com/office/drawing/2014/main" val="3555917009"/>
                    </a:ext>
                  </a:extLst>
                </a:gridCol>
              </a:tblGrid>
              <a:tr h="85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ROC-AUC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404707"/>
                  </a:ext>
                </a:extLst>
              </a:tr>
              <a:tr h="1218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0.755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0.529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0.714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0.608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0.823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665550"/>
                  </a:ext>
                </a:extLst>
              </a:tr>
              <a:tr h="85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0.786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0.595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0.612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0.826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139427"/>
                  </a:ext>
                </a:extLst>
              </a:tr>
              <a:tr h="85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Gradient Boosting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0.833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797704"/>
                  </a:ext>
                </a:extLst>
              </a:tr>
              <a:tr h="487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XGBoost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0.772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0.815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689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656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01DFD-CD16-FE9C-6A97-C75D9C72F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/>
          <a:lstStyle/>
          <a:p>
            <a:r>
              <a:rPr lang="en-US" dirty="0"/>
              <a:t>Curve Analysis…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D32486-140A-68ED-445A-EE4D30F3D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48" y="1347020"/>
            <a:ext cx="5014451" cy="31561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51F003-C555-F490-4750-B30B203AC3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949" y="1317524"/>
            <a:ext cx="4785852" cy="31856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EE6D53-83D1-867A-72E3-591FAD91AFB3}"/>
              </a:ext>
            </a:extLst>
          </p:cNvPr>
          <p:cNvSpPr txBox="1"/>
          <p:nvPr/>
        </p:nvSpPr>
        <p:spPr>
          <a:xfrm>
            <a:off x="933761" y="4663281"/>
            <a:ext cx="93805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How well each model identifies </a:t>
            </a:r>
            <a:r>
              <a:rPr lang="en-US" b="1" dirty="0"/>
              <a:t>true churners</a:t>
            </a:r>
            <a:r>
              <a:rPr lang="en-US" dirty="0"/>
              <a:t> (positive class)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Performance on </a:t>
            </a:r>
            <a:r>
              <a:rPr lang="en-US" b="1" dirty="0"/>
              <a:t>imbalanced datasets</a:t>
            </a:r>
            <a:r>
              <a:rPr lang="en-US" dirty="0"/>
              <a:t> (recall and precision are more meaningful than accuracy)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Area under curve (PR-AUC) for each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738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204F9-63A6-ED5D-0D2D-9FC2322E7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19" y="154858"/>
            <a:ext cx="10396882" cy="1151965"/>
          </a:xfrm>
        </p:spPr>
        <p:txBody>
          <a:bodyPr/>
          <a:lstStyle/>
          <a:p>
            <a:r>
              <a:rPr lang="en-US" dirty="0"/>
              <a:t>Segment Wise Churn Analysis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40CEF0-1C09-A3E3-2317-3F68673FB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17" y="1396180"/>
            <a:ext cx="4768470" cy="33309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C267C8-3B45-CA8C-895D-FFA82C89B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955" y="1396180"/>
            <a:ext cx="4916130" cy="333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729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348BF-A433-0202-03AB-9CE592C4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71" y="0"/>
            <a:ext cx="10396882" cy="1151965"/>
          </a:xfrm>
        </p:spPr>
        <p:txBody>
          <a:bodyPr/>
          <a:lstStyle/>
          <a:p>
            <a:r>
              <a:rPr lang="en-US" dirty="0"/>
              <a:t>Business Insights &amp; Key Findings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CD8C51-D73F-31C0-B9E8-6B2DB156D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4" y="1151964"/>
            <a:ext cx="4272643" cy="4220135"/>
          </a:xfrm>
          <a:prstGeom prst="rect">
            <a:avLst/>
          </a:prstGeom>
        </p:spPr>
      </p:pic>
      <p:pic>
        <p:nvPicPr>
          <p:cNvPr id="4100" name="Picture 4" descr="GST IMPACT ON SMALL BUSINESS">
            <a:extLst>
              <a:ext uri="{FF2B5EF4-FFF2-40B4-BE49-F238E27FC236}">
                <a16:creationId xmlns:a16="http://schemas.microsoft.com/office/drawing/2014/main" id="{882F3D01-732E-9664-A560-3657E77FD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640" y="1388961"/>
            <a:ext cx="4601498" cy="39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452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C5C1-585F-F102-F0F8-97B5BFA76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143" y="248568"/>
            <a:ext cx="10396882" cy="1151965"/>
          </a:xfrm>
        </p:spPr>
        <p:txBody>
          <a:bodyPr/>
          <a:lstStyle/>
          <a:p>
            <a:r>
              <a:rPr lang="en-US" dirty="0"/>
              <a:t>Feature Experiments….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40D5-6DBC-DC0C-3C98-48CF18495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06129"/>
            <a:ext cx="5181600" cy="4351338"/>
          </a:xfrm>
        </p:spPr>
        <p:txBody>
          <a:bodyPr/>
          <a:lstStyle/>
          <a:p>
            <a:pPr latinLnBrk="1"/>
            <a:r>
              <a:rPr lang="en-US" dirty="0"/>
              <a:t> New Features Created:</a:t>
            </a:r>
          </a:p>
          <a:p>
            <a:pPr lvl="1" latinLnBrk="1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err="1"/>
              <a:t>tenure_group</a:t>
            </a:r>
            <a:endParaRPr lang="en-US" dirty="0"/>
          </a:p>
          <a:p>
            <a:pPr lvl="1" latinLnBrk="1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err="1"/>
              <a:t>customer_lifetime_value</a:t>
            </a:r>
            <a:endParaRPr lang="en-US" dirty="0"/>
          </a:p>
          <a:p>
            <a:pPr lvl="1" latinLnBrk="1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err="1"/>
              <a:t>avg_monthly_spend</a:t>
            </a:r>
            <a:endParaRPr lang="en-US" dirty="0"/>
          </a:p>
          <a:p>
            <a:pPr lvl="1" latinLnBrk="1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err="1"/>
              <a:t>total_services</a:t>
            </a:r>
            <a:endParaRPr lang="en-US" dirty="0"/>
          </a:p>
          <a:p>
            <a:pPr lvl="1" latinLnBrk="1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err="1"/>
              <a:t>charges_category</a:t>
            </a:r>
            <a:endParaRPr lang="en-US" dirty="0"/>
          </a:p>
          <a:p>
            <a:r>
              <a:rPr lang="en-IN" dirty="0"/>
              <a:t> New Features-   32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981EB9E-BF97-5AC9-9605-EDEA636ADB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206" y="1400533"/>
            <a:ext cx="5621594" cy="3926246"/>
          </a:xfrm>
        </p:spPr>
      </p:pic>
    </p:spTree>
    <p:extLst>
      <p:ext uri="{BB962C8B-B14F-4D97-AF65-F5344CB8AC3E}">
        <p14:creationId xmlns:p14="http://schemas.microsoft.com/office/powerpoint/2010/main" val="3270390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D57BF-5DE8-18D1-4426-614691EF9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311" y="253181"/>
            <a:ext cx="10396882" cy="1151965"/>
          </a:xfrm>
        </p:spPr>
        <p:txBody>
          <a:bodyPr/>
          <a:lstStyle/>
          <a:p>
            <a:r>
              <a:rPr lang="en-US" dirty="0"/>
              <a:t>Base Vs Experiment Model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6C742D-3D9D-0DF2-904F-78AA7A76D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523" y="1405146"/>
            <a:ext cx="4707194" cy="37981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435516-C6A6-12A1-E0A3-92B1B0E1B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748" y="1506887"/>
            <a:ext cx="5073445" cy="359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18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3D8E1-0477-8A48-FD14-522DED4B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     </a:t>
            </a:r>
            <a:r>
              <a:rPr lang="en-US" dirty="0">
                <a:latin typeface="Arial Black" panose="020B0A04020102020204" pitchFamily="34" charset="0"/>
              </a:rPr>
              <a:t>    Thank  You 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7556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346492"/>
      </a:accent1>
      <a:accent2>
        <a:srgbClr val="6DA5D4"/>
      </a:accent2>
      <a:accent3>
        <a:srgbClr val="538C79"/>
      </a:accent3>
      <a:accent4>
        <a:srgbClr val="93B75D"/>
      </a:accent4>
      <a:accent5>
        <a:srgbClr val="DEB050"/>
      </a:accent5>
      <a:accent6>
        <a:srgbClr val="BB5354"/>
      </a:accent6>
      <a:hlink>
        <a:srgbClr val="3289DD"/>
      </a:hlink>
      <a:folHlink>
        <a:srgbClr val="859EB6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E3530EC-BA5B-407C-9B36-00820F3955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675</TotalTime>
  <Words>569</Words>
  <Application>Microsoft Office PowerPoint</Application>
  <PresentationFormat>Widescreen</PresentationFormat>
  <Paragraphs>130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Courier New</vt:lpstr>
      <vt:lpstr>Impact</vt:lpstr>
      <vt:lpstr>Wingdings</vt:lpstr>
      <vt:lpstr>Main Event</vt:lpstr>
      <vt:lpstr>Intergrated customer segmentation &amp; churn</vt:lpstr>
      <vt:lpstr>Customer Retension Vs Acquisition </vt:lpstr>
      <vt:lpstr>Problem Statement &amp; Methodology</vt:lpstr>
      <vt:lpstr>Dataset Details</vt:lpstr>
      <vt:lpstr>EDA- EXPRORATORY DATA ANALYSIS</vt:lpstr>
      <vt:lpstr>Customer segmentation</vt:lpstr>
      <vt:lpstr>Kmeans Clustering &amp; PCA Visualisation</vt:lpstr>
      <vt:lpstr>Analysis Of Each Segments</vt:lpstr>
      <vt:lpstr>Churn Prediction Modeling </vt:lpstr>
      <vt:lpstr>Model Comparisons</vt:lpstr>
      <vt:lpstr>Curve Analysis…</vt:lpstr>
      <vt:lpstr>Segment Wise Churn Analysis</vt:lpstr>
      <vt:lpstr>Business Insights &amp; Key Findings</vt:lpstr>
      <vt:lpstr>Feature Experiments….</vt:lpstr>
      <vt:lpstr>Base Vs Experiment Model</vt:lpstr>
      <vt:lpstr>          Thank 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SARKAR</dc:creator>
  <cp:lastModifiedBy>PRATIK SARKAR</cp:lastModifiedBy>
  <cp:revision>2</cp:revision>
  <dcterms:created xsi:type="dcterms:W3CDTF">2025-11-20T16:38:53Z</dcterms:created>
  <dcterms:modified xsi:type="dcterms:W3CDTF">2025-11-23T15:02:53Z</dcterms:modified>
</cp:coreProperties>
</file>